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1.xml" ContentType="application/vnd.openxmlformats-officedocument.presentationml.slide+xml"/>
  <Override PartName="/ppt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nvPr>
          <p:extLst/>
        </p:nvPr>
      </p:nvGrpSpPr>
      <p:grpSpPr/>
      <p:sp>
        <p:nvSpPr>
          <p:cNvPr id="2" name="Title"/>
          <p:nvPr>
            <p:ph type="title"/>
          </p:nvPr>
        </p:nvSpPr>
        <p:spPr>
          <a:xfrm>
            <a:off x="457200" y="457200"/>
            <a:ext cx="8229600" cy="1371600"/>
          </a:xfrm>
          <a:prstGeom prst="rect"/>
        </p:spPr>
        <p:txBody>
          <a:bodyPr/>
          <a:lstStyle/>
          <a:p>
            <a:r>
              <a:rPr lang="zh-CN" sz="3600" b="1"/>
              <a:t>🦐 上海天气预报</a:t>
            </a:r>
          </a:p>
        </p:txBody>
      </p:sp>
      <p:sp>
        <p:nvSpPr>
          <p:cNvPr id="3" name="Body"/>
          <p:nvPr>
            <p:ph type="body"/>
          </p:nvPr>
        </p:nvSpPr>
        <p:spPr>
          <a:xfrm>
            <a:off x="457200" y="1828800"/>
            <a:ext cx="8229600" cy="5029200"/>
          </a:xfrm>
          <a:prstGeom prst="rect"/>
        </p:spPr>
        <p:txBody>
          <a:bodyPr/>
          <a:lstStyle/>
          <a:p>
            <a:r>
              <a:rPr lang="zh-CN" sz="2200"/>
              <a:t>📍 上海 · 浦东</a:t>
            </a:r>
          </a:p>
          <a:p>
            <a:r>
              <a:rPr lang="zh-CN" sz="2200"/>
              <a:t/>
            </a:r>
          </a:p>
          <a:p>
            <a:r>
              <a:rPr lang="zh-CN" sz="2200"/>
              <a:t>☀️ 当前：34°C  体感 42°C</a:t>
            </a:r>
          </a:p>
          <a:p>
            <a:r>
              <a:rPr lang="zh-CN" sz="2200"/>
              <a:t>🌤 Partly Cloudy (多云)</a:t>
            </a:r>
          </a:p>
          <a:p>
            <a:r>
              <a:rPr lang="zh-CN" sz="2200"/>
              <a:t>💧 湿度 60%   🌬 风速 SSE 8km/h</a:t>
            </a:r>
          </a:p>
          <a:p>
            <a:r>
              <a:rPr lang="zh-CN" sz="2200"/>
              <a:t/>
            </a:r>
          </a:p>
          <a:p>
            <a:r>
              <a:rPr lang="zh-CN" sz="2200"/>
              <a:t>📅 7月22日 (今天)  最高 33°C  最低 24°C</a:t>
            </a:r>
          </a:p>
          <a:p>
            <a:r>
              <a:rPr lang="zh-CN" sz="2200"/>
              <a:t>📅 7月23日 (明天)  最高 35°C  最低 25°C</a:t>
            </a:r>
          </a:p>
          <a:p>
            <a:r>
              <a:rPr lang="zh-CN" sz="2200"/>
              <a:t>📅 7月24日 (后天)  最高 35°C  最低 26°C</a:t>
            </a:r>
          </a:p>
          <a:p>
            <a:r>
              <a:rPr lang="zh-CN" sz="2200"/>
              <a:t/>
            </a:r>
          </a:p>
          <a:p>
            <a:r>
              <a:rPr lang="zh-CN" sz="2200"/>
              <a:t>🦐 数据来源：wttr.in</a:t>
            </a:r>
          </a:p>
        </p:txBody>
      </p:sp>
    </p:spTree>
  </p:cSld>
  <p:clrMapOvr>
    <a:masterClrMapping/>
  </p:clrMapOvr>
</p:sld>
</file>

<file path=ppt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nvPr>
          <p:extLst/>
        </p:nvPr>
      </p:nvGrpSpPr>
      <p:grpSpPr/>
    </p:spTree>
  </p:cSld>
</p:sldLayout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1.xml"/>
  <Relationship Id="rId2" Type="http://schemas.openxmlformats.org/officeDocument/2006/relationships/slideLayout" Target="slideLayout1.xml"/>
  <Relationship Id="rId3" Type="http://schemas.openxmlformats.org/officeDocument/2006/relationships/theme" Target="theme/theme1.xml"/>
</Relationships>
</file>

<file path=ppt/theme/theme1.xml><?xml version="1.0" encoding="utf-8"?>
<a:theme xmlns:a="http://schemas.openxmlformats.org/drawingml/2006/main" name="Theme1">
  <a:themeElements>
    <a:clrScheme name="Scheme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cheme1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cheme1">
      <a:fillStyleLst>
        <a:solidFill>
          <a:schemeClr val="phClr"/>
        </a:solidFill>
      </a:fillStyleLst>
    </a:fmtScheme>
  </a:themeElements>
</a:theme>
</file>