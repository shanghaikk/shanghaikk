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4ADE80"/>
                </a:solidFill>
              </a:defRPr>
            </a:pPr>
            <a:r>
              <a:t>🚇 上海地铁 · Shanghai Metro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</a:defRPr>
            </a:pPr>
            <a:r>
              <a:t>📊 基本数据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· 运营里程：831 公里（世界第一）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606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· 线路数量：20 条  ·  车站：508 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· 日均客流量：约 1000 万人次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· 最高日客流：1370 万人次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49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</a:defRPr>
            </a:pPr>
            <a:r>
              <a:t>📅 发展历程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· 1993年：1号线通车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52628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· 2010年：世博会前大规模开通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84632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· 2021年：里程突破800公里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166359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· 2024年：崇明线在建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79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</a:defRPr>
            </a:pPr>
            <a:r>
              <a:t>🔤 特色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6126479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· 全球第1条商业化磁浮线路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6446519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· APP扫码 / NFC / 人脸识别过闸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6766559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· 高峰期间隔最短 2 分钟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2179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77"/>
                </a:solidFill>
              </a:defRPr>
            </a:pPr>
            <a:r>
              <a:t>🦐 数据来源：上海地铁官网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