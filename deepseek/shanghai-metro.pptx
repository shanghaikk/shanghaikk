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1.xml" ContentType="application/vnd.openxmlformats-officedocument.presentationml.slide+xml"/>
  <Override PartName="/ppt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  <p:notesSz cx="6858000" cy="9144000"/>
</p:presentation>
</file>

<file path=ppt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nvPr>
          <p:extLst/>
        </p:nvPr>
      </p:nvGrpSpPr>
      <p:grpSpPr/>
      <p:sp>
        <p:nvSpPr>
          <p:cNvPr id="2" name="Title"/>
          <p:nvPr>
            <p:ph type="title"/>
          </p:nvPr>
        </p:nvSpPr>
        <p:spPr>
          <a:xfrm>
            <a:off x="457200" y="457200"/>
            <a:ext cx="8229600" cy="1371600"/>
          </a:xfrm>
          <a:prstGeom prst="rect"/>
        </p:spPr>
        <p:txBody>
          <a:bodyPr/>
          <a:lstStyle/>
          <a:p>
            <a:r>
              <a:rPr lang="zh-CN" sz="3600" b="1"/>
              <a:t>🚇 上海地铁简介</a:t>
            </a:r>
          </a:p>
        </p:txBody>
      </p:sp>
      <p:sp>
        <p:nvSpPr>
          <p:cNvPr id="3" name="Body"/>
          <p:nvPr>
            <p:ph type="body"/>
          </p:nvPr>
        </p:nvSpPr>
        <p:spPr>
          <a:xfrm>
            <a:off x="457200" y="1828800"/>
            <a:ext cx="8229600" cy="5029200"/>
          </a:xfrm>
          <a:prstGeom prst="rect"/>
        </p:spPr>
        <p:txBody>
          <a:bodyPr/>
          <a:lstStyle/>
          <a:p>
            <a:r>
              <a:rPr lang="zh-CN" sz="2200"/>
              <a:t>🚇 上海地铁 · Shanghai Metro</a:t>
            </a:r>
          </a:p>
          <a:p>
            <a:r>
              <a:rPr lang="zh-CN" sz="2200"/>
              <a:t/>
            </a:r>
          </a:p>
          <a:p>
            <a:r>
              <a:rPr lang="zh-CN" sz="2200"/>
              <a:t>📊 基本数据</a:t>
            </a:r>
          </a:p>
          <a:p>
            <a:r>
              <a:rPr lang="zh-CN" sz="2200"/>
              <a:t>  · 运营里程：831 公里（世界第一）</a:t>
            </a:r>
          </a:p>
          <a:p>
            <a:r>
              <a:rPr lang="zh-CN" sz="2200"/>
              <a:t>  · 线路数量：20 条</a:t>
            </a:r>
          </a:p>
          <a:p>
            <a:r>
              <a:rPr lang="zh-CN" sz="2200"/>
              <a:t>  · 车站数量：508 座</a:t>
            </a:r>
          </a:p>
          <a:p>
            <a:r>
              <a:rPr lang="zh-CN" sz="2200"/>
              <a:t>  · 日均客流量：约 1000 万人次</a:t>
            </a:r>
          </a:p>
          <a:p>
            <a:r>
              <a:rPr lang="zh-CN" sz="2200"/>
              <a:t>  · 最高日客流：1370 万人次</a:t>
            </a:r>
          </a:p>
          <a:p>
            <a:r>
              <a:rPr lang="zh-CN" sz="2200"/>
              <a:t/>
            </a:r>
          </a:p>
          <a:p>
            <a:r>
              <a:rPr lang="zh-CN" sz="2200"/>
              <a:t>📅 发展历程</a:t>
            </a:r>
          </a:p>
          <a:p>
            <a:r>
              <a:rPr lang="zh-CN" sz="2200"/>
              <a:t>  · 1993年：1号线通车（锦江乐园→徐家汇）</a:t>
            </a:r>
          </a:p>
          <a:p>
            <a:r>
              <a:rPr lang="zh-CN" sz="2200"/>
              <a:t>  · 2010年：世博会前大规模开通</a:t>
            </a:r>
          </a:p>
          <a:p>
            <a:r>
              <a:rPr lang="zh-CN" sz="2200"/>
              <a:t>  · 2021年：14号线开通，里程突破800公里</a:t>
            </a:r>
          </a:p>
          <a:p>
            <a:r>
              <a:rPr lang="zh-CN" sz="2200"/>
              <a:t>  · 2024年：崇明线在建</a:t>
            </a:r>
          </a:p>
          <a:p>
            <a:r>
              <a:rPr lang="zh-CN" sz="2200"/>
              <a:t/>
            </a:r>
          </a:p>
          <a:p>
            <a:r>
              <a:rPr lang="zh-CN" sz="2200"/>
              <a:t>🔤 特色</a:t>
            </a:r>
          </a:p>
          <a:p>
            <a:r>
              <a:rPr lang="zh-CN" sz="2200"/>
              <a:t>  · 全球第1条商业化磁浮线路（龙阳路→浦东机场）</a:t>
            </a:r>
          </a:p>
          <a:p>
            <a:r>
              <a:rPr lang="zh-CN" sz="2200"/>
              <a:t>  · APP扫码、NFC、人脸识别过闸</a:t>
            </a:r>
          </a:p>
          <a:p>
            <a:r>
              <a:rPr lang="zh-CN" sz="2200"/>
              <a:t>  · 高峰期间隔最短2分钟</a:t>
            </a:r>
          </a:p>
          <a:p>
            <a:r>
              <a:rPr lang="zh-CN" sz="2200"/>
              <a:t/>
            </a:r>
          </a:p>
          <a:p>
            <a:r>
              <a:rPr lang="zh-CN" sz="2200"/>
              <a:t>🦐 数据来源：上海地铁官网</a:t>
            </a:r>
          </a:p>
        </p:txBody>
      </p:sp>
    </p:spTree>
  </p:cSld>
  <p:clrMapOvr>
    <a:masterClrMapping/>
  </p:clrMapOvr>
</p:sld>
</file>

<file path=ppt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nvPr>
          <p:extLst/>
        </p:nvPr>
      </p:nvGrpSpPr>
      <p:grpSpPr/>
    </p:spTree>
  </p:cSld>
</p:sldLayout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1.xml"/>
  <Relationship Id="rId2" Type="http://schemas.openxmlformats.org/officeDocument/2006/relationships/slideLayout" Target="slideLayout1.xml"/>
  <Relationship Id="rId3" Type="http://schemas.openxmlformats.org/officeDocument/2006/relationships/theme" Target="theme/theme1.xml"/>
</Relationships>
</file>

<file path=ppt/theme/theme1.xml><?xml version="1.0" encoding="utf-8"?>
<Relationships xmlns="http://schemas.openxmlformats.org/package/2006/relationships">
  <Relationship Id="rId1" Type="http://schemas.openxmlformats.org/officeDocument/2006/relationships/slide" Target="slide1.xml"/>
  <Relationship Id="rId2" Type="http://schemas.openxmlformats.org/officeDocument/2006/relationships/slideLayout" Target="slideLayout1.xml"/>
  <Relationship Id="rId3" Type="http://schemas.openxmlformats.org/officeDocument/2006/relationships/theme" Target="theme/theme1.xml"/>
</Relationships>
</file>