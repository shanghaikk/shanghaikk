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73E8"/>
                </a:solidFill>
              </a:defRPr>
            </a:pPr>
            <a:r>
              <a:t>🚇 上海地铁 · Shanghai Metro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CCCCC"/>
                </a:solidFill>
              </a:defRPr>
            </a:pPr>
            <a:r>
              <a:t>━━━━━━━━━━━━━━━━━━━━━━━━━━━━━━━━━━━━━━━━━━━━━━━━━━━━━━━━━━━━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</a:defRPr>
            </a:pPr>
            <a:r>
              <a:t>📊 基本数据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4884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运营里程：831 公里（世界第一）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4144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线路数量：20 条  ·  车站：508 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3405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日均客流量：约 1000 万人次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26663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最高日客流：1370 万人次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56431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980B9"/>
                </a:solidFill>
              </a:defRPr>
            </a:pPr>
            <a:r>
              <a:t>📅 发展历程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9351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1993年：1号线通车（锦江乐园→徐家汇）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51959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2010年：世博会前大规模开通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544568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2021年：14号线开通，里程突破800km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37176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2024年：崇明线在建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66944"/>
            <a:ext cx="7680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E44AD"/>
                </a:solidFill>
              </a:defRPr>
            </a:pPr>
            <a:r>
              <a:t>🔤 特色亮点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6986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全球第1条商业化磁浮线路（龙阳路→浦东机场）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6062472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APP扫码 / NFC / 人脸识别过闸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6355080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</a:defRPr>
            </a:pPr>
            <a:r>
              <a:t>· 高峰期间隔最短 2 分钟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AA"/>
                </a:solidFill>
              </a:defRPr>
            </a:pPr>
            <a:r>
              <a:t>🦐 数据来源：上海地铁官网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